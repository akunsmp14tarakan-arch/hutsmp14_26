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917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3657600" cy="36576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200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PANITIA  •  UNTUK KEPALA SEKOLAH &amp; GURU PANITIA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PERINGATAN HARI ULANG TAHUN KE-7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SMP NEGERI 14 TARAKAN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"Bertumbuh Bersama, Berprestasi Tanpa Batas"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4456557"/>
            <a:ext cx="276606" cy="2766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4343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Sabtu, 26 September 2026   •   07.30 WITA s.d. selesai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Rapat Koordinasi Panitia  —  Disampaikan oleh Ketua Panitia, Muh. Diah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Kegiatan Ini Penting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120640" cy="4572000"/>
          </a:xfrm>
          <a:prstGeom prst="roundRect">
            <a:avLst>
              <a:gd name="adj" fmla="val 2400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4480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sekolah menjadi momentum untuk mempererat kebersamaan guru, siswa, dan orang tua, sekaligus ajang syukur atas capaian SMP Negeri 14 Tarakan selama ini.</a:t>
            </a:r>
            <a:endParaRPr lang="en-US" sz="1400" dirty="0"/>
          </a:p>
          <a:p>
            <a:pPr marL="0" indent="0" algn="l">
              <a:lnSpc>
                <a:spcPct val="125000"/>
              </a:lnSpc>
              <a:spcAft>
                <a:spcPts val="1000"/>
              </a:spcAft>
              <a:buNone/>
            </a:pPr>
            <a:endParaRPr lang="en-US" sz="1400" dirty="0"/>
          </a:p>
          <a:p>
            <a:pPr marL="0" indent="0" algn="l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ini juga mempererat silaturahmi dengan sekolah-sekolah mitra di Kota Tarakan dan menjadi wadah kreativitas siswa melalui pentas seni dan bazaar.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Kegiatan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0" y="2057400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50" y="2134210"/>
            <a:ext cx="230429" cy="2304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0" y="2011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Merayakan HUT ke-7 sebagai wujud syukur bersama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2898648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50" y="2975458"/>
            <a:ext cx="230429" cy="2304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0" y="28529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Mempererat kekeluargaan guru, siswa, dan orang tua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3739896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50" y="3816706"/>
            <a:ext cx="230429" cy="23042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0" y="369417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Menjalin silaturahmi dengan sekolah mitra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35040" y="4581144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50" y="4657954"/>
            <a:ext cx="230429" cy="23042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83680" y="453542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Wadah kreativitas siswa lewat pentas seni &amp; bazaar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035040" y="5422392"/>
            <a:ext cx="384048" cy="38404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50" y="5499202"/>
            <a:ext cx="230429" cy="23042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83680" y="53766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Meningkatkan citra positif sekolah di masyarakat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 &amp; Sasaran Peserta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10362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"Bertumbuh Bersama, Berprestasi Tanpa Batas"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32004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919" y="3375279"/>
            <a:ext cx="427482" cy="4274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4160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&amp; Staf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5720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guru dan tenaga kependidikan SMP Negeri 14 Tarakan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8803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4297680" y="32004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559" y="3375279"/>
            <a:ext cx="427482" cy="4274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4160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Siswa-Siswi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45720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siswa-siswi SMP Negeri 14 Tarakan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28803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0" y="32004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199" y="3375279"/>
            <a:ext cx="427482" cy="4274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4160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Tamu Sekolah Mitra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00800" y="45720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Negeri 041 Tarakan, SMP SNT, SMA Negeri 5 Tarakan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52560" y="28803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/>
        </p:spPr>
      </p:sp>
      <p:sp>
        <p:nvSpPr>
          <p:cNvPr id="21" name="Shape 16"/>
          <p:cNvSpPr/>
          <p:nvPr/>
        </p:nvSpPr>
        <p:spPr>
          <a:xfrm>
            <a:off x="9966960" y="32004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1839" y="3375279"/>
            <a:ext cx="427482" cy="4274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9720" y="4160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Tua/Wali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35440" y="45720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tua/wali siswa SMP Negeri 14 Tarakan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Waktu &amp; Tempat Pelaksanaan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49428" y="21031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1752448" y="24688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048" y="2697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2308" y="3611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Sabtu, 26 September 2026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2308" y="4526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&amp; Tanggal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35628" y="21031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ln/>
        </p:spPr>
      </p:sp>
      <p:sp>
        <p:nvSpPr>
          <p:cNvPr id="9" name="Shape 6"/>
          <p:cNvSpPr/>
          <p:nvPr/>
        </p:nvSpPr>
        <p:spPr>
          <a:xfrm>
            <a:off x="5638648" y="24688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248" y="26974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18508" y="3611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07.30 WITA – selesai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18508" y="4526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Pelaksanaan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1828" y="210312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ln/>
        </p:spPr>
      </p:sp>
      <p:sp>
        <p:nvSpPr>
          <p:cNvPr id="14" name="Shape 10"/>
          <p:cNvSpPr/>
          <p:nvPr/>
        </p:nvSpPr>
        <p:spPr>
          <a:xfrm>
            <a:off x="9524848" y="24688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448" y="26974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04708" y="3611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Halaman/Aula Sekolah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404708" y="4526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</a:t>
            </a:r>
            <a:r>
              <a:rPr lang="en-US" sz="12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Jl. Bhayangkara RT. 66 No. 44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Rangkaian Acara Hari-H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Rundown lengkap tersedia pada Dokumen Panitia (Bab III)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49428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78028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009748" y="2286000"/>
            <a:ext cx="640080" cy="64008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766" y="243001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8028" y="29718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Seremoni Formal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8028" y="3474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07.30 – 09.30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78028" y="38862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Sambutan, pemotongan tumpeng/kue HUT, doa bersama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988156" y="3520440"/>
            <a:ext cx="320040" cy="365760"/>
          </a:xfrm>
          <a:prstGeom prst="chevron">
            <a:avLst/>
          </a:prstGeom>
          <a:solidFill>
            <a:srgbClr val="BF8F00"/>
          </a:solidFill>
          <a:ln/>
        </p:spPr>
      </p:sp>
      <p:sp>
        <p:nvSpPr>
          <p:cNvPr id="12" name="Shape 9"/>
          <p:cNvSpPr/>
          <p:nvPr/>
        </p:nvSpPr>
        <p:spPr>
          <a:xfrm>
            <a:off x="4335628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4564228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895948" y="2286000"/>
            <a:ext cx="640080" cy="64008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966" y="2430018"/>
            <a:ext cx="352044" cy="3520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64228" y="29718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Pentas Seni &amp; Hiburan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64228" y="3474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09.30 – 11.30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564228" y="38862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Penampilan kreativitas siswa: tari, musik, drama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874356" y="3520440"/>
            <a:ext cx="320040" cy="365760"/>
          </a:xfrm>
          <a:prstGeom prst="chevron">
            <a:avLst/>
          </a:prstGeom>
          <a:solidFill>
            <a:srgbClr val="BF8F00"/>
          </a:solidFill>
          <a:ln/>
        </p:spPr>
      </p:sp>
      <p:sp>
        <p:nvSpPr>
          <p:cNvPr id="20" name="Shape 16"/>
          <p:cNvSpPr/>
          <p:nvPr/>
        </p:nvSpPr>
        <p:spPr>
          <a:xfrm>
            <a:off x="8221828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21" name="Text 17"/>
          <p:cNvSpPr/>
          <p:nvPr/>
        </p:nvSpPr>
        <p:spPr>
          <a:xfrm>
            <a:off x="8450428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10782148" y="2286000"/>
            <a:ext cx="640080" cy="64008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6166" y="2430018"/>
            <a:ext cx="352044" cy="3520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50428" y="29718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Bazaar &amp; Pameran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450428" y="3474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09.30 – 12.00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8450428" y="38862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kelas, pameran karya siswa, UMKM (berjalan paralel)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Garis Komando Panitia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pelaksana pada tingkat koordinator seksi akan dilengkapi setelah rapat pembentukan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0888" y="182880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83768" y="1828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Pelindung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(Kepala Sekolah)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47592" y="2240280"/>
            <a:ext cx="347472" cy="365760"/>
          </a:xfrm>
          <a:prstGeom prst="chevron">
            <a:avLst/>
          </a:prstGeom>
          <a:solidFill>
            <a:srgbClr val="BF8F00"/>
          </a:solidFill>
          <a:ln/>
        </p:spPr>
      </p:sp>
      <p:sp>
        <p:nvSpPr>
          <p:cNvPr id="7" name="Shape 5"/>
          <p:cNvSpPr/>
          <p:nvPr/>
        </p:nvSpPr>
        <p:spPr>
          <a:xfrm>
            <a:off x="4449928" y="182880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4632808" y="1828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Penanggung Jawab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(Wakil Kepala Sekolah)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96632" y="2240280"/>
            <a:ext cx="347472" cy="365760"/>
          </a:xfrm>
          <a:prstGeom prst="chevron">
            <a:avLst/>
          </a:prstGeom>
          <a:solidFill>
            <a:srgbClr val="BF8F00"/>
          </a:solidFill>
          <a:ln/>
        </p:spPr>
      </p:sp>
      <p:sp>
        <p:nvSpPr>
          <p:cNvPr id="10" name="Shape 8"/>
          <p:cNvSpPr/>
          <p:nvPr/>
        </p:nvSpPr>
        <p:spPr>
          <a:xfrm>
            <a:off x="8198968" y="182880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381848" y="1828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Ketua Pelaksana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Diah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9428" y="35204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23748" y="38404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53" y="3994785"/>
            <a:ext cx="377190" cy="37719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92428" y="3794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Sekretaris 1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592428" y="4206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Dewi </a:t>
            </a:r>
            <a:r>
              <a:rPr lang="en-US" sz="125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Aprilianti</a:t>
            </a: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S.Pd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335628" y="35204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</p:sp>
      <p:sp>
        <p:nvSpPr>
          <p:cNvPr id="18" name="Shape 15"/>
          <p:cNvSpPr/>
          <p:nvPr/>
        </p:nvSpPr>
        <p:spPr>
          <a:xfrm>
            <a:off x="4609948" y="38404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253" y="3994785"/>
            <a:ext cx="377190" cy="37719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78628" y="3794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Sekretaris 2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478628" y="4206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Choirun</a:t>
            </a: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Nisah </a:t>
            </a:r>
            <a:r>
              <a:rPr lang="en-US" sz="125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Alifiyah</a:t>
            </a: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i="1" dirty="0" err="1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S.Pd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221828" y="35204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</p:sp>
      <p:sp>
        <p:nvSpPr>
          <p:cNvPr id="23" name="Shape 19"/>
          <p:cNvSpPr/>
          <p:nvPr/>
        </p:nvSpPr>
        <p:spPr>
          <a:xfrm>
            <a:off x="8496148" y="38404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453" y="3994785"/>
            <a:ext cx="377190" cy="37719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364828" y="3794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Bendahara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9364828" y="4206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 Ratna Furi, SE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Sembilan Seksi Kerja Panitia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95148" y="14173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678028" y="1828800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59" y="196253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9548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Seksi Acara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09548" y="20391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Rundown, MC, seremoni formal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35628" y="14173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4518508" y="1828800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239" y="1962531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0028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Pentas Seni &amp; Hiburan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250028" y="20391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Latihan, urutan tampil, penampil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176108" y="14173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4" name="Shape 10"/>
          <p:cNvSpPr/>
          <p:nvPr/>
        </p:nvSpPr>
        <p:spPr>
          <a:xfrm>
            <a:off x="8358988" y="1828800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719" y="1962531"/>
            <a:ext cx="326898" cy="3268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90508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Humas &amp; Dokumentasi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9090508" y="20391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Surat, tamu undangan, foto/video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95148" y="2999232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9" name="Shape 14"/>
          <p:cNvSpPr/>
          <p:nvPr/>
        </p:nvSpPr>
        <p:spPr>
          <a:xfrm>
            <a:off x="678028" y="3410712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759" y="3544443"/>
            <a:ext cx="326898" cy="3268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09548" y="3136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Perlengkapan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409548" y="362102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Panggung, sound system, kursi, tenda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335628" y="2999232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4" name="Shape 18"/>
          <p:cNvSpPr/>
          <p:nvPr/>
        </p:nvSpPr>
        <p:spPr>
          <a:xfrm>
            <a:off x="4518508" y="3410712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2239" y="3544443"/>
            <a:ext cx="326898" cy="32689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50028" y="3136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Dekorasi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250028" y="362102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Hiasan panggung &amp; area acara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176108" y="2999232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9" name="Shape 22"/>
          <p:cNvSpPr/>
          <p:nvPr/>
        </p:nvSpPr>
        <p:spPr>
          <a:xfrm>
            <a:off x="8358988" y="3410712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2719" y="3544443"/>
            <a:ext cx="326898" cy="32689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90508" y="3136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Konsumsi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9090508" y="362102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Konsumsi panitia, tamu, guru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495148" y="4581144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34" name="Shape 26"/>
          <p:cNvSpPr/>
          <p:nvPr/>
        </p:nvSpPr>
        <p:spPr>
          <a:xfrm>
            <a:off x="678028" y="4992624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759" y="5126355"/>
            <a:ext cx="326898" cy="32689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409548" y="4718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&amp; P3K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1409548" y="52029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Ketertiban, parkir, P3K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4335628" y="4581144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39" name="Shape 30"/>
          <p:cNvSpPr/>
          <p:nvPr/>
        </p:nvSpPr>
        <p:spPr>
          <a:xfrm>
            <a:off x="4518508" y="4992624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2239" y="5126355"/>
            <a:ext cx="326898" cy="32689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250028" y="4718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Kebersihan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5250028" y="52029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acara, toilet, tempat sampah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8176108" y="4581144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44" name="Shape 34"/>
          <p:cNvSpPr/>
          <p:nvPr/>
        </p:nvSpPr>
        <p:spPr>
          <a:xfrm>
            <a:off x="8358988" y="4992624"/>
            <a:ext cx="594360" cy="594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2719" y="5126355"/>
            <a:ext cx="326898" cy="326898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090508" y="4718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Bazaar &amp; Pameran</a:t>
            </a:r>
            <a:endParaRPr lang="en-US" sz="1300" dirty="0"/>
          </a:p>
        </p:txBody>
      </p:sp>
      <p:sp>
        <p:nvSpPr>
          <p:cNvPr id="47" name="Text 36"/>
          <p:cNvSpPr/>
          <p:nvPr/>
        </p:nvSpPr>
        <p:spPr>
          <a:xfrm>
            <a:off x="9090508" y="52029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kelas, UMKM, denah lokasi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Persiapan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 dari 3 minggu — jadwal dipadatkan agar semua siap tepat waktu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10545775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288950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Agu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" y="3273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Pembentukan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Panitia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52573" y="288950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94789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849069" y="3273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Rapat Koordinasi I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(fiksasi dokumen)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10202" y="288950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2418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Sep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06698" y="3273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Surat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Undangan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67832" y="288950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0048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64328" y="3273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Rapat Koordinasi II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(cek teknis)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25461" y="288950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67677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Sep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21957" y="3273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Gladi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83090" y="2889504"/>
            <a:ext cx="256032" cy="256032"/>
          </a:xfrm>
          <a:prstGeom prst="ellipse">
            <a:avLst/>
          </a:prstGeom>
          <a:solidFill>
            <a:srgbClr val="BF8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25306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Sep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879586" y="3273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Hari-H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1240719" y="2889504"/>
            <a:ext cx="256032" cy="256032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82935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Sep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637215" y="3273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LPJ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Estimasi Kebutuhan Anggaran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nominal pada Dokumen Panitia (Bab IV — RAB); nominal belum ditetapkan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5168" y="17373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92328" y="183794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24" y="192024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960" y="173736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Kesekretariatan &amp; cetak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24448" y="17373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9" name="Shape 6"/>
          <p:cNvSpPr/>
          <p:nvPr/>
        </p:nvSpPr>
        <p:spPr>
          <a:xfrm>
            <a:off x="6461608" y="183794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904" y="192024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6240" y="173736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Dekorasi, panggung &amp; sound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55168" y="2487168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13" name="Shape 9"/>
          <p:cNvSpPr/>
          <p:nvPr/>
        </p:nvSpPr>
        <p:spPr>
          <a:xfrm>
            <a:off x="792328" y="258775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24" y="267004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76960" y="248716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Tumpeng/kue HUT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324448" y="2487168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17" name="Shape 12"/>
          <p:cNvSpPr/>
          <p:nvPr/>
        </p:nvSpPr>
        <p:spPr>
          <a:xfrm>
            <a:off x="6461608" y="258775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904" y="2670048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6240" y="248716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Konsumsi tamu, guru &amp; panitia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55168" y="3236976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21" name="Shape 15"/>
          <p:cNvSpPr/>
          <p:nvPr/>
        </p:nvSpPr>
        <p:spPr>
          <a:xfrm>
            <a:off x="792328" y="33375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24" y="3419856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76960" y="323697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(foto/video)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324448" y="3236976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25" name="Shape 18"/>
          <p:cNvSpPr/>
          <p:nvPr/>
        </p:nvSpPr>
        <p:spPr>
          <a:xfrm>
            <a:off x="6461608" y="33375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904" y="3419856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46240" y="323697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Perlengkapan bazaar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55168" y="3986784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29" name="Shape 21"/>
          <p:cNvSpPr/>
          <p:nvPr/>
        </p:nvSpPr>
        <p:spPr>
          <a:xfrm>
            <a:off x="792328" y="40873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24" y="4169664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276960" y="398678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&amp; P3K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324448" y="3986784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</p:sp>
      <p:sp>
        <p:nvSpPr>
          <p:cNvPr id="33" name="Shape 24"/>
          <p:cNvSpPr/>
          <p:nvPr/>
        </p:nvSpPr>
        <p:spPr>
          <a:xfrm>
            <a:off x="6461608" y="40873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904" y="4169664"/>
            <a:ext cx="201168" cy="20116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946240" y="398678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Cinderamata tamu mitra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655168" y="4919472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37" name="Text 27"/>
          <p:cNvSpPr/>
          <p:nvPr/>
        </p:nvSpPr>
        <p:spPr>
          <a:xfrm>
            <a:off x="929488" y="4919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dana perlu diputuskan: Dana BOS  /  Dana Komite &amp; Orang Tua  /  Gabungan Keduanya</a:t>
            </a:r>
            <a:endParaRPr lang="en-US" sz="1350" dirty="0"/>
          </a:p>
        </p:txBody>
      </p:sp>
      <p:sp>
        <p:nvSpPr>
          <p:cNvPr id="38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39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Dukungan yang Kami Harapkan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86588" y="16459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15188" y="19431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28" y="21488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1028" y="18105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Persetujuan &amp; Pengesahan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821028" y="2240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kegiatan dan penerbitan SK Panitia oleh Kepala Sekolah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55868" y="16459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9" name="Shape 6"/>
          <p:cNvSpPr/>
          <p:nvPr/>
        </p:nvSpPr>
        <p:spPr>
          <a:xfrm>
            <a:off x="6484468" y="19431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208" y="21488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0308" y="18105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Penetapan Sumber Dana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490308" y="2240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sumber dana (BOS/Komite) agar RAB dapat difinalisasi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86588" y="33375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15188" y="36347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928" y="38404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1028" y="3502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Kehadiran &amp; Sambutan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821028" y="3931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Kesediaan Kepala Sekolah hadir dan memberi sambutan pada hari-H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55868" y="33375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19" name="Shape 14"/>
          <p:cNvSpPr/>
          <p:nvPr/>
        </p:nvSpPr>
        <p:spPr>
          <a:xfrm>
            <a:off x="6484468" y="36347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0208" y="38404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0308" y="3502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Dukungan Dewan Guru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490308" y="3931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Partisipasi aktif guru mendampingi siswa sesuai pembagian tugas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31375" y="4297680"/>
            <a:ext cx="4114800" cy="4114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242" y="159791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5176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 Sukseskan Bersama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31520" y="33375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 ke-7 SMP Negeri 14 Tarakan  •  Sabtu, 26 September 2026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977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 atas perhatian dan dukungan Bapak/Ibu.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04008" y="4846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878" y="49491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44088" y="4846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Ketua Panitia: Muh. Diah  —  Kontak: 081261277755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715</Words>
  <Application>Microsoft Office PowerPoint</Application>
  <PresentationFormat>Widescreen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Muh. Diah</cp:lastModifiedBy>
  <cp:revision>5</cp:revision>
  <dcterms:created xsi:type="dcterms:W3CDTF">2026-08-30T00:16:38Z</dcterms:created>
  <dcterms:modified xsi:type="dcterms:W3CDTF">2026-08-30T09:34:21Z</dcterms:modified>
</cp:coreProperties>
</file>