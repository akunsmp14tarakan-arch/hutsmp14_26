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9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PANITIA  •  UNTUK KEPALA SEKOLAH &amp; GURU PANITIA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PERINGATAN HARI ULANG TAHUN KE-7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SMP NEGERI 14 TARAKAN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"Bertumbuh Bersama, Berprestasi Tanpa Batas"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4565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Senin, 14 September 2026   •   07.30 WITA s.d. selesai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Panitia  —  Disampaikan oleh Ketua Panitia, Muh. Diah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Kegiatan Ini Penting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sekolah menjadi momentum untuk mempererat kebersamaan guru, siswa, dan orang tua, sekaligus ajang syukur atas capaian SMP Negeri 14 Tarakan selama ini.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ini juga mempererat silaturahmi dengan sekolah-sekolah mitra di Kota Tarakan dan menjadi wadah kreativitas siswa melalui pentas seni dan bazaar.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Kegiatan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2057400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2134210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Merayakan HUT ke-7 sebagai wujud syukur bersama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2898648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2975458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852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Mempererat kekeluargaan guru, siswa, dan orang tua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3739896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3816706"/>
            <a:ext cx="230429" cy="2304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6941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Menjalin silaturahmi dengan sekolah mitra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35040" y="4581144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4657954"/>
            <a:ext cx="230429" cy="2304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4535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 kreativitas siswa lewat pentas seni &amp; bazaar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035040" y="5422392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5499202"/>
            <a:ext cx="230429" cy="23042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83680" y="5376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citra positif sekolah di masyarakat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&amp; Sasaran Peserta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"Bertumbuh Bersama, Berprestasi Tanpa Batas"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19" y="337527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&amp; Staf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guru dan tenaga kependidikan SMP Negeri 14 Tarakan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59" y="337527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Siswa-Siswi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siswa-siswi SMP Negeri 14 Tarakan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199" y="337527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Tamu Sekolah Mitra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Negeri 041 Tarakan, SMP SNT, SMA Negeri 5 Tarakan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96696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839" y="3375279"/>
            <a:ext cx="427482" cy="4274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Tua/Wali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tua/wali siswa SMP Negeri 14 Tarakan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&amp; Tempat Pelaksanaan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94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7524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2697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3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Senin, 28 September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3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&amp; Tanggal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56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85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07.30 WITA – selesai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85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Pelaksanaan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18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95248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448" y="2697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047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Halaman/Aula Sekolah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047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Jl. Bhayangkara RT. 66 No. 44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Rangkaian Acara Hari-H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Rundown lengkap tersedia pada Dokumen Panitia (Bab III)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94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780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097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766" y="24300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80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Seremoni Formal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80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07.30 – 09.30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80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Sambutan, pemotongan tumpeng/kue HUT, doa bersama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88156" y="3520440"/>
            <a:ext cx="320040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12" name="Shape 9"/>
          <p:cNvSpPr/>
          <p:nvPr/>
        </p:nvSpPr>
        <p:spPr>
          <a:xfrm>
            <a:off x="43356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642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8959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966" y="243001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642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Pentas Seni &amp; Hiburan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642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09.30 – 11.30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642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Penampilan kreativitas siswa: tari, musik, drama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74356" y="3520440"/>
            <a:ext cx="320040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18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84504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107821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6166" y="2430018"/>
            <a:ext cx="352044" cy="3520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04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 &amp; Pameran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504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09.30 – 12.00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4504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kelas, pameran karya siswa, UMKM (berjalan paralel)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Garis Komando Panitia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pelaksana pada tingkat koordinator seksi akan dilengkapi setelah rapat pembentukan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088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8376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Pelindung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(Kepala Sekolah)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7592" y="2240280"/>
            <a:ext cx="347472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7" name="Shape 5"/>
          <p:cNvSpPr/>
          <p:nvPr/>
        </p:nvSpPr>
        <p:spPr>
          <a:xfrm>
            <a:off x="444992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3280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Penanggung Jawab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(Wakil Kepala Sekolah)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96632" y="2240280"/>
            <a:ext cx="347472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10" name="Shape 8"/>
          <p:cNvSpPr/>
          <p:nvPr/>
        </p:nvSpPr>
        <p:spPr>
          <a:xfrm>
            <a:off x="819896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8184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Pelaksana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Diah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94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7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53" y="3994785"/>
            <a:ext cx="377190" cy="3771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924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924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Dewi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Aprilianti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S.Pd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356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8" name="Shape 15"/>
          <p:cNvSpPr/>
          <p:nvPr/>
        </p:nvSpPr>
        <p:spPr>
          <a:xfrm>
            <a:off x="46099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253" y="3994785"/>
            <a:ext cx="377190" cy="37719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786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4786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Choirun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Nisah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Alifiyah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S.Pd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18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23" name="Shape 19"/>
          <p:cNvSpPr/>
          <p:nvPr/>
        </p:nvSpPr>
        <p:spPr>
          <a:xfrm>
            <a:off x="84961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453" y="3994785"/>
            <a:ext cx="377190" cy="3771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648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Bendahara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3648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Ratna Furi, SE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Sembilan Seksi Kerja Panitia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514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7802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59" y="196253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954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Seksi Acara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0954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Rundown, MC, seremoni formal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3562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51850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239" y="196253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002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Pentas Seni &amp; Hiburan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5002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Latihan, urutan tampil, penampil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7610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835898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719" y="196253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050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Humas &amp; Dokumentasi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09050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Surat, tamu undangan, foto/video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514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7802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59" y="3544443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0954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Perlengkapan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0954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Panggung, sound system, kursi, tenda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3562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4" name="Shape 18"/>
          <p:cNvSpPr/>
          <p:nvPr/>
        </p:nvSpPr>
        <p:spPr>
          <a:xfrm>
            <a:off x="451850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239" y="3544443"/>
            <a:ext cx="326898" cy="3268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002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Dekorasi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25002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Hiasan panggung &amp; area acara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7610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9" name="Shape 22"/>
          <p:cNvSpPr/>
          <p:nvPr/>
        </p:nvSpPr>
        <p:spPr>
          <a:xfrm>
            <a:off x="835898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719" y="3544443"/>
            <a:ext cx="326898" cy="3268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050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909050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panitia, tamu, guru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9514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34" name="Shape 26"/>
          <p:cNvSpPr/>
          <p:nvPr/>
        </p:nvSpPr>
        <p:spPr>
          <a:xfrm>
            <a:off x="67802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759" y="5126355"/>
            <a:ext cx="326898" cy="32689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0954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P3K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40954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Ketertiban, parkir, P3K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33562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39" name="Shape 30"/>
          <p:cNvSpPr/>
          <p:nvPr/>
        </p:nvSpPr>
        <p:spPr>
          <a:xfrm>
            <a:off x="451850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239" y="5126355"/>
            <a:ext cx="326898" cy="32689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5002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Kebersihan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25002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acara, toilet, tempat sampah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17610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4" name="Shape 34"/>
          <p:cNvSpPr/>
          <p:nvPr/>
        </p:nvSpPr>
        <p:spPr>
          <a:xfrm>
            <a:off x="835898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2719" y="5126355"/>
            <a:ext cx="326898" cy="32689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09050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 &amp; Pameran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909050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kelas, UMKM, denah lokasi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Persiapan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dari 3 minggu — jadwal dipadatkan agar semua siap tepat waktu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45775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Agu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2573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4789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49069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(fiksasi dokumen)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10202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241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6698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Surat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Undangan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7832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004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64328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II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(cek teknis)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5461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7677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21957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83090" y="2889504"/>
            <a:ext cx="256032" cy="256032"/>
          </a:xfrm>
          <a:prstGeom prst="ellipse">
            <a:avLst/>
          </a:prstGeom>
          <a:solidFill>
            <a:srgbClr val="BF8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25306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79586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Hari-H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240719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82935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37215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LPJ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 Kebutuhan Anggaran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nominal pada Dokumen Panitia (Bab IV — RAB); nominal belum ditetapkan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5168" y="1737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92328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19202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960" y="17373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Kesekretariatan &amp; cetak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24448" y="1737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461608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192024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6240" y="17373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Dekorasi, panggung &amp; sound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55168" y="24871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792328" y="25877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26700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76960" y="24871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Tumpeng/kue HUT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24448" y="24871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1608" y="25877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267004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6240" y="24871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tamu, guru &amp; panitia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55168" y="323697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792328" y="3337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341985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76960" y="3236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(foto/video)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324448" y="323697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6461608" y="3337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341985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46240" y="3236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Perlengkapan bazaar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5168" y="39867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9" name="Shape 21"/>
          <p:cNvSpPr/>
          <p:nvPr/>
        </p:nvSpPr>
        <p:spPr>
          <a:xfrm>
            <a:off x="792328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4169664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76960" y="39867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P3K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24448" y="39867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33" name="Shape 24"/>
          <p:cNvSpPr/>
          <p:nvPr/>
        </p:nvSpPr>
        <p:spPr>
          <a:xfrm>
            <a:off x="6461608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4169664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46240" y="39867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Cinderamata tamu mitra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655168" y="491947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7" name="Text 27"/>
          <p:cNvSpPr/>
          <p:nvPr/>
        </p:nvSpPr>
        <p:spPr>
          <a:xfrm>
            <a:off x="929488" y="4919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dana perlu diputuskan: Dana BOS  /  Dana Komite &amp; Orang Tua  /  Gabungan Keduanya</a:t>
            </a:r>
            <a:endParaRPr lang="en-US" sz="135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Dukungan yang Kami Harapkan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6588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15188" y="19431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8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1028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&amp; Pengesahan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821028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kegiatan dan penerbitan SK Panitia oleh Kepala Sekolah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55868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484468" y="19431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0308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Sumber Dana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90308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sumber dana (BOS/Komite) agar RAB dapat difinalisasi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6588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15188" y="36347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28" y="3840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102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&amp; Sambutan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821028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Kesediaan Kepala Sekolah hadir dan memberi sambutan pada hari-H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55868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84468" y="36347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08" y="38404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030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Dewan Guru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490308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Partisipasi aktif guru mendampingi siswa sesuai pembagian tugas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31375" y="429768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5979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Sukseskan Bersama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  •  Senin, 14 September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atas perhatian dan dukungan Bapak/Ibu.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04008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78" y="49491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4088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Panitia: Muh. Diah  —  Kontak: [diisi nomor WA/telepon]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721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Muh. Diah</cp:lastModifiedBy>
  <cp:revision>2</cp:revision>
  <dcterms:created xsi:type="dcterms:W3CDTF">2026-08-30T00:16:38Z</dcterms:created>
  <dcterms:modified xsi:type="dcterms:W3CDTF">2026-08-30T01:33:21Z</dcterms:modified>
</cp:coreProperties>
</file>